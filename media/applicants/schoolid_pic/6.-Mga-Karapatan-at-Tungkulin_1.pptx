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8" r:id="rId29"/>
    <p:sldId id="289" r:id="rId30"/>
    <p:sldId id="290" r:id="rId31"/>
    <p:sldId id="291" r:id="rId32"/>
    <p:sldId id="292" r:id="rId33"/>
    <p:sldId id="293" r:id="rId34"/>
    <p:sldId id="300" r:id="rId35"/>
    <p:sldId id="301" r:id="rId36"/>
    <p:sldId id="302" r:id="rId37"/>
    <p:sldId id="303" r:id="rId38"/>
    <p:sldId id="304" r:id="rId39"/>
    <p:sldId id="295" r:id="rId40"/>
    <p:sldId id="297" r:id="rId41"/>
    <p:sldId id="298" r:id="rId42"/>
    <p:sldId id="299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A43671-A7A8-8784-89A1-8D0F17ADE304}"/>
              </a:ext>
            </a:extLst>
          </p:cNvPr>
          <p:cNvSpPr txBox="1"/>
          <p:nvPr/>
        </p:nvSpPr>
        <p:spPr>
          <a:xfrm>
            <a:off x="186813" y="1219200"/>
            <a:ext cx="4385187" cy="5997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F0B2-BD5E-4828-8495-7D6F8B7A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BD55-6102-33CB-ABD9-6DEF2FE3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dirty="0"/>
            </a:br>
            <a:br>
              <a:rPr lang="en-PH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F46E9-521B-2DEE-80C4-B376EE7B1B9E}"/>
              </a:ext>
            </a:extLst>
          </p:cNvPr>
          <p:cNvSpPr txBox="1"/>
          <p:nvPr/>
        </p:nvSpPr>
        <p:spPr>
          <a:xfrm>
            <a:off x="226141" y="393291"/>
            <a:ext cx="8711381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Consumer Protection Agencies </a:t>
            </a:r>
          </a:p>
          <a:p>
            <a:endParaRPr lang="en-PH" sz="2800" b="0" i="0" u="none" strike="noStrike" baseline="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Ang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sumusunod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ay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mga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ahensiya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ng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pamahalaan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na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tumutulong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upang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maisulong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ang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kapakanan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ng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mga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mamimili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: </a:t>
            </a:r>
          </a:p>
          <a:p>
            <a:endParaRPr lang="en-PH" sz="2800" b="0" i="0" u="none" strike="noStrike" baseline="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PH" sz="2800" b="1" i="1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1. Bureau of Food and Drugs </a:t>
            </a:r>
            <a:r>
              <a:rPr lang="en-PH" sz="2800" b="1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(BFAD) 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-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hinggil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hinaluan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/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pinagbabawal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/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maling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etiketa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ng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gamot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,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pagkain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,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pabango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, at </a:t>
            </a:r>
            <a:r>
              <a:rPr lang="en-PH" sz="2800" b="0" i="1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make- up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. </a:t>
            </a:r>
          </a:p>
          <a:p>
            <a:r>
              <a:rPr lang="en-PH" sz="2800" b="1" i="1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2. City/Provincial/Municipal Treasurer 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-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hinggil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timbang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at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sukat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,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madayang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(</a:t>
            </a:r>
            <a:r>
              <a:rPr lang="en-PH" sz="2800" b="0" i="1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tampered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)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timbangan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at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mapanlinlang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na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PH" sz="2800" b="0" i="0" u="none" strike="noStrike" baseline="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pagsukat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.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19013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F4D0-04A2-04EF-1E5A-CB9FBB64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CEE1-ABE2-1996-6257-9239BB76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dirty="0"/>
            </a:br>
            <a:br>
              <a:rPr lang="en-PH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7CE09-BAC2-FF19-63E4-4CA4ED1E2412}"/>
              </a:ext>
            </a:extLst>
          </p:cNvPr>
          <p:cNvSpPr txBox="1"/>
          <p:nvPr/>
        </p:nvSpPr>
        <p:spPr>
          <a:xfrm>
            <a:off x="226141" y="393291"/>
            <a:ext cx="871138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PH" sz="3600" dirty="0"/>
          </a:p>
          <a:p>
            <a:r>
              <a:rPr lang="en-PH" sz="4000" b="1" i="1" dirty="0"/>
              <a:t>3. Energy Regulatory Commission </a:t>
            </a:r>
            <a:r>
              <a:rPr lang="en-PH" sz="4000" b="1" dirty="0"/>
              <a:t>(ERC) </a:t>
            </a:r>
            <a:r>
              <a:rPr lang="en-PH" sz="4000" dirty="0"/>
              <a:t>- </a:t>
            </a:r>
            <a:r>
              <a:rPr lang="en-PH" sz="4000" dirty="0" err="1"/>
              <a:t>reklamo</a:t>
            </a:r>
            <a:r>
              <a:rPr lang="en-PH" sz="4000" dirty="0"/>
              <a:t> </a:t>
            </a:r>
            <a:r>
              <a:rPr lang="en-PH" sz="4000" dirty="0" err="1"/>
              <a:t>laban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pagbebenta</a:t>
            </a:r>
            <a:r>
              <a:rPr lang="en-PH" sz="4000" dirty="0"/>
              <a:t> ng di-</a:t>
            </a:r>
            <a:r>
              <a:rPr lang="en-PH" sz="4000" dirty="0" err="1"/>
              <a:t>wastong</a:t>
            </a:r>
            <a:r>
              <a:rPr lang="en-PH" sz="4000" dirty="0"/>
              <a:t> </a:t>
            </a:r>
            <a:r>
              <a:rPr lang="en-PH" sz="4000" dirty="0" err="1"/>
              <a:t>sukat</a:t>
            </a:r>
            <a:r>
              <a:rPr lang="en-PH" sz="4000" dirty="0"/>
              <a:t> o </a:t>
            </a:r>
            <a:r>
              <a:rPr lang="en-PH" sz="4000" dirty="0" err="1"/>
              <a:t>timbang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gasolinahan</a:t>
            </a:r>
            <a:r>
              <a:rPr lang="en-PH" sz="4000" dirty="0"/>
              <a:t> at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mangangalakal</a:t>
            </a:r>
            <a:r>
              <a:rPr lang="en-PH" sz="4000" dirty="0"/>
              <a:t> ng “</a:t>
            </a:r>
            <a:r>
              <a:rPr lang="en-PH" sz="4000" i="1" dirty="0"/>
              <a:t>Liquified Petroleum Gas”. 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2891188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D504-CB8C-90F8-DA72-B1D89615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5E95D-24A2-5882-D357-068D0916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dirty="0"/>
            </a:br>
            <a:br>
              <a:rPr lang="en-PH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0C411-E47F-3173-E733-01A3B846D4A1}"/>
              </a:ext>
            </a:extLst>
          </p:cNvPr>
          <p:cNvSpPr txBox="1"/>
          <p:nvPr/>
        </p:nvSpPr>
        <p:spPr>
          <a:xfrm>
            <a:off x="226141" y="393291"/>
            <a:ext cx="871138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400" b="1" i="1" dirty="0"/>
              <a:t>4. Environmental Management Bureau </a:t>
            </a:r>
            <a:r>
              <a:rPr lang="en-PH" sz="4400" b="1" dirty="0"/>
              <a:t>(DENR-EMB)</a:t>
            </a:r>
            <a:r>
              <a:rPr lang="en-PH" sz="4400" dirty="0"/>
              <a:t>- </a:t>
            </a:r>
            <a:r>
              <a:rPr lang="en-PH" sz="4400" dirty="0" err="1"/>
              <a:t>namamahala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pangangalaga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kapaligiran</a:t>
            </a:r>
            <a:r>
              <a:rPr lang="en-PH" sz="4400" dirty="0"/>
              <a:t> (</a:t>
            </a:r>
            <a:r>
              <a:rPr lang="en-PH" sz="4400" dirty="0" err="1"/>
              <a:t>polusyon</a:t>
            </a:r>
            <a:r>
              <a:rPr lang="en-PH" sz="4400" dirty="0"/>
              <a:t>- </a:t>
            </a:r>
            <a:r>
              <a:rPr lang="en-PH" sz="4400" dirty="0" err="1"/>
              <a:t>halimbawa</a:t>
            </a:r>
            <a:r>
              <a:rPr lang="en-PH" sz="4400" dirty="0"/>
              <a:t> ay </a:t>
            </a:r>
            <a:r>
              <a:rPr lang="en-PH" sz="4400" dirty="0" err="1"/>
              <a:t>pagsalaula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hangin</a:t>
            </a:r>
            <a:r>
              <a:rPr lang="en-PH" sz="4400" dirty="0"/>
              <a:t> at </a:t>
            </a:r>
            <a:r>
              <a:rPr lang="en-PH" sz="4400" dirty="0" err="1"/>
              <a:t>tubig</a:t>
            </a:r>
            <a:r>
              <a:rPr lang="en-PH" sz="4400" dirty="0"/>
              <a:t>). </a:t>
            </a:r>
          </a:p>
          <a:p>
            <a:r>
              <a:rPr lang="en-PH" sz="4400" b="1" i="1" dirty="0"/>
              <a:t>5. Fertilizer and Pesticide Authority </a:t>
            </a:r>
            <a:r>
              <a:rPr lang="en-PH" sz="4400" b="1" dirty="0"/>
              <a:t>(FPA) </a:t>
            </a:r>
            <a:r>
              <a:rPr lang="en-PH" sz="4400" dirty="0"/>
              <a:t>- </a:t>
            </a:r>
            <a:r>
              <a:rPr lang="en-PH" sz="4400" dirty="0" err="1"/>
              <a:t>hinggil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hinaluan</a:t>
            </a:r>
            <a:r>
              <a:rPr lang="en-PH" sz="4400" dirty="0"/>
              <a:t> / </a:t>
            </a:r>
            <a:r>
              <a:rPr lang="en-PH" sz="4400" dirty="0" err="1"/>
              <a:t>pinagbabawal</a:t>
            </a:r>
            <a:r>
              <a:rPr lang="en-PH" sz="4400" dirty="0"/>
              <a:t> / </a:t>
            </a:r>
            <a:r>
              <a:rPr lang="en-PH" sz="4400" dirty="0" err="1"/>
              <a:t>maling</a:t>
            </a:r>
            <a:r>
              <a:rPr lang="en-PH" sz="4400" dirty="0"/>
              <a:t> </a:t>
            </a:r>
            <a:r>
              <a:rPr lang="en-PH" sz="4400" dirty="0" err="1"/>
              <a:t>etiketa</a:t>
            </a:r>
            <a:r>
              <a:rPr lang="en-PH" sz="4400" dirty="0"/>
              <a:t> ng </a:t>
            </a:r>
            <a:r>
              <a:rPr lang="en-PH" sz="4400" dirty="0" err="1"/>
              <a:t>pamatay-insekto</a:t>
            </a:r>
            <a:r>
              <a:rPr lang="en-PH" sz="4400" dirty="0"/>
              <a:t> at </a:t>
            </a:r>
            <a:r>
              <a:rPr lang="en-PH" sz="4400" dirty="0" err="1"/>
              <a:t>pamatay-salot</a:t>
            </a:r>
            <a:r>
              <a:rPr lang="en-PH" sz="4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82372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B62F-D109-091E-E709-B2BE9891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F088-B3B0-69C1-5A24-072A6087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dirty="0"/>
            </a:br>
            <a:br>
              <a:rPr lang="en-PH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0693E-FCBC-A3B9-7466-51CB3DD843E4}"/>
              </a:ext>
            </a:extLst>
          </p:cNvPr>
          <p:cNvSpPr txBox="1"/>
          <p:nvPr/>
        </p:nvSpPr>
        <p:spPr>
          <a:xfrm>
            <a:off x="226141" y="393291"/>
            <a:ext cx="87113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800" b="1" i="1" dirty="0"/>
              <a:t>6. Housing &amp; Land Use Regulatory Board </a:t>
            </a:r>
            <a:r>
              <a:rPr lang="en-PH" sz="4800" b="1" dirty="0"/>
              <a:t>(HLURB) </a:t>
            </a:r>
            <a:r>
              <a:rPr lang="en-PH" sz="4800" dirty="0"/>
              <a:t>- </a:t>
            </a:r>
            <a:r>
              <a:rPr lang="en-PH" sz="4800" dirty="0" err="1"/>
              <a:t>nangangalaga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bumibili</a:t>
            </a:r>
            <a:r>
              <a:rPr lang="en-PH" sz="4800" dirty="0"/>
              <a:t> ng </a:t>
            </a:r>
            <a:r>
              <a:rPr lang="en-PH" sz="4800" dirty="0" err="1"/>
              <a:t>bahay</a:t>
            </a:r>
            <a:r>
              <a:rPr lang="en-PH" sz="4800" dirty="0"/>
              <a:t> at </a:t>
            </a:r>
            <a:r>
              <a:rPr lang="en-PH" sz="4800" dirty="0" err="1"/>
              <a:t>lupa</a:t>
            </a:r>
            <a:r>
              <a:rPr lang="en-PH" sz="4800" dirty="0"/>
              <a:t> </a:t>
            </a:r>
            <a:r>
              <a:rPr lang="en-PH" sz="4800" dirty="0" err="1"/>
              <a:t>pati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rin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i="1" dirty="0"/>
              <a:t>subdivision</a:t>
            </a:r>
            <a:r>
              <a:rPr lang="en-PH" sz="4800" dirty="0"/>
              <a:t>. </a:t>
            </a:r>
          </a:p>
          <a:p>
            <a:r>
              <a:rPr lang="en-PH" sz="4800" b="1" i="1" dirty="0"/>
              <a:t>7. Insurance Commission </a:t>
            </a:r>
            <a:r>
              <a:rPr lang="en-PH" sz="4800" dirty="0"/>
              <a:t>- </a:t>
            </a:r>
            <a:r>
              <a:rPr lang="en-PH" sz="4800" dirty="0" err="1"/>
              <a:t>hinggil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pagbabayad</a:t>
            </a:r>
            <a:r>
              <a:rPr lang="en-PH" sz="4800" dirty="0"/>
              <a:t> ng </a:t>
            </a:r>
            <a:r>
              <a:rPr lang="en-PH" sz="4800" dirty="0" err="1"/>
              <a:t>kabayaran</a:t>
            </a:r>
            <a:r>
              <a:rPr lang="en-PH" sz="4800" dirty="0"/>
              <a:t> ng </a:t>
            </a:r>
            <a:r>
              <a:rPr lang="en-PH" sz="4800" dirty="0" err="1"/>
              <a:t>seguro</a:t>
            </a:r>
            <a:r>
              <a:rPr lang="en-PH" sz="4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7062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7312-BC87-EDD2-EC7B-A09531E9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DE80-C752-F0C5-AE34-7DDBC296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dirty="0"/>
            </a:br>
            <a:br>
              <a:rPr lang="en-PH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CBD8F-12D2-E1E9-F6D3-FDBD4A4A5E0E}"/>
              </a:ext>
            </a:extLst>
          </p:cNvPr>
          <p:cNvSpPr txBox="1"/>
          <p:nvPr/>
        </p:nvSpPr>
        <p:spPr>
          <a:xfrm>
            <a:off x="226141" y="393291"/>
            <a:ext cx="87113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400" b="1" i="1" dirty="0"/>
              <a:t>8. Philippine Overseas Employment Administration </a:t>
            </a:r>
            <a:r>
              <a:rPr lang="en-PH" sz="4400" b="1" dirty="0"/>
              <a:t>(POEA) - </a:t>
            </a:r>
            <a:r>
              <a:rPr lang="en-PH" sz="4400" dirty="0" err="1"/>
              <a:t>reklamo</a:t>
            </a:r>
            <a:r>
              <a:rPr lang="en-PH" sz="4400" dirty="0"/>
              <a:t> </a:t>
            </a:r>
            <a:r>
              <a:rPr lang="en-PH" sz="4400" dirty="0" err="1"/>
              <a:t>laban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i="1" dirty="0"/>
              <a:t>illegal recruitment activities</a:t>
            </a:r>
            <a:r>
              <a:rPr lang="en-PH" sz="4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77761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219</Words>
  <Application>Microsoft Office PowerPoint</Application>
  <PresentationFormat>On-screen Show (4:3)</PresentationFormat>
  <Paragraphs>18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  </vt:lpstr>
      <vt:lpstr>  </vt:lpstr>
      <vt:lpstr>  </vt:lpstr>
      <vt:lpstr>  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SHARLEEN</dc:creator>
  <cp:keywords/>
  <dc:description>generated using python-pptx</dc:description>
  <cp:lastModifiedBy>sharleenpsarsaba@outlook.com</cp:lastModifiedBy>
  <cp:revision>7</cp:revision>
  <dcterms:created xsi:type="dcterms:W3CDTF">2013-01-27T09:14:16Z</dcterms:created>
  <dcterms:modified xsi:type="dcterms:W3CDTF">2025-08-07T06:56:32Z</dcterms:modified>
  <cp:category/>
</cp:coreProperties>
</file>